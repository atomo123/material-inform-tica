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82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4395413-FC2D-4EA6-AB29-1F1C9EDC983D}" type="datetimeFigureOut">
              <a:rPr lang="pt-PT" smtClean="0"/>
              <a:t>15/12/2025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BAD1EA3-0692-4C2A-BE3C-ACFC8063B515}" type="slidenum">
              <a:rPr lang="pt-PT" smtClean="0"/>
              <a:t>‹nº›</a:t>
            </a:fld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6128" y="730554"/>
            <a:ext cx="8260672" cy="5396892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r>
              <a:rPr lang="pt-BR" dirty="0" smtClean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PARA O MEU FORMADOR</a:t>
            </a:r>
            <a:endParaRPr lang="pt-PT" dirty="0"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501008"/>
            <a:ext cx="4824536" cy="2708928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  <a:scene3d>
            <a:camera prst="obliqueTopRight"/>
            <a:lightRig rig="threePt" dir="t"/>
          </a:scene3d>
          <a:sp3d>
            <a:bevelT w="152400" h="50800" prst="softRound"/>
          </a:sp3d>
        </p:spPr>
      </p:pic>
      <p:sp>
        <p:nvSpPr>
          <p:cNvPr id="7" name="Lata 12"/>
          <p:cNvSpPr/>
          <p:nvPr/>
        </p:nvSpPr>
        <p:spPr>
          <a:xfrm>
            <a:off x="7596336" y="3717032"/>
            <a:ext cx="914400" cy="2336923"/>
          </a:xfrm>
          <a:prstGeom prst="can">
            <a:avLst>
              <a:gd name="adj" fmla="val 1277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Lata 12"/>
          <p:cNvSpPr/>
          <p:nvPr/>
        </p:nvSpPr>
        <p:spPr>
          <a:xfrm>
            <a:off x="752128" y="3687010"/>
            <a:ext cx="914400" cy="2336923"/>
          </a:xfrm>
          <a:prstGeom prst="can">
            <a:avLst>
              <a:gd name="adj" fmla="val 1277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9562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7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1115616" y="69269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 smtClean="0"/>
          </a:p>
          <a:p>
            <a:endParaRPr lang="pt-PT" dirty="0"/>
          </a:p>
        </p:txBody>
      </p:sp>
      <p:sp>
        <p:nvSpPr>
          <p:cNvPr id="9" name="CaixaDeTexto 8"/>
          <p:cNvSpPr txBox="1"/>
          <p:nvPr/>
        </p:nvSpPr>
        <p:spPr>
          <a:xfrm>
            <a:off x="1763688" y="392048"/>
            <a:ext cx="578998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/>
              <a:t>Centro de Formaçáo Profissional </a:t>
            </a:r>
          </a:p>
          <a:p>
            <a:pPr lvl="4"/>
            <a:r>
              <a:rPr lang="pt-BR" sz="3600" b="1" dirty="0" smtClean="0"/>
              <a:t>Comptec</a:t>
            </a:r>
            <a:endParaRPr lang="pt-PT" sz="3600" b="1" dirty="0"/>
          </a:p>
        </p:txBody>
      </p:sp>
      <p:sp>
        <p:nvSpPr>
          <p:cNvPr id="10" name="CaixaDeTexto 9"/>
          <p:cNvSpPr txBox="1"/>
          <p:nvPr/>
        </p:nvSpPr>
        <p:spPr>
          <a:xfrm>
            <a:off x="1115616" y="1700808"/>
            <a:ext cx="4180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Formado</a:t>
            </a:r>
            <a:r>
              <a:rPr lang="pt-BR" dirty="0" smtClean="0"/>
              <a:t>r: Miguel </a:t>
            </a:r>
            <a:r>
              <a:rPr lang="pt-BR" dirty="0"/>
              <a:t>M</a:t>
            </a:r>
            <a:r>
              <a:rPr lang="pt-BR" dirty="0" smtClean="0"/>
              <a:t>auricio Santana</a:t>
            </a:r>
            <a:endParaRPr lang="pt-PT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1115616" y="2564904"/>
            <a:ext cx="359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 smtClean="0"/>
              <a:t>Formanda</a:t>
            </a:r>
            <a:r>
              <a:rPr lang="pt-BR" dirty="0" err="1" smtClean="0"/>
              <a:t>:Daniela</a:t>
            </a:r>
            <a:r>
              <a:rPr lang="pt-BR" dirty="0" smtClean="0"/>
              <a:t> Pinto Lopes</a:t>
            </a:r>
            <a:endParaRPr lang="pt-PT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1115616" y="3429000"/>
            <a:ext cx="217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Assunto</a:t>
            </a:r>
            <a:r>
              <a:rPr lang="pt-BR" dirty="0" smtClean="0"/>
              <a:t>:Computador</a:t>
            </a:r>
            <a:endParaRPr lang="pt-PT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1115616" y="4221088"/>
            <a:ext cx="172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Data.</a:t>
            </a:r>
            <a:r>
              <a:rPr lang="pt-BR" dirty="0" smtClean="0"/>
              <a:t>06.02.2026</a:t>
            </a:r>
            <a:endParaRPr lang="pt-PT" dirty="0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0"/>
            <a:ext cx="816864" cy="621792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2205434" y="6448652"/>
            <a:ext cx="479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Feito em icolo e Bengo-Zango 3 –Lado/B</a:t>
            </a:r>
            <a:endParaRPr lang="pt-PT" dirty="0"/>
          </a:p>
        </p:txBody>
      </p:sp>
      <p:sp>
        <p:nvSpPr>
          <p:cNvPr id="16" name="CaixaDeTexto 15"/>
          <p:cNvSpPr txBox="1"/>
          <p:nvPr/>
        </p:nvSpPr>
        <p:spPr>
          <a:xfrm rot="18173172">
            <a:off x="2488118" y="3656770"/>
            <a:ext cx="3990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Fedbeck com os colegas</a:t>
            </a:r>
            <a:endParaRPr lang="pt-PT" sz="2400" b="1" dirty="0"/>
          </a:p>
        </p:txBody>
      </p:sp>
      <p:sp>
        <p:nvSpPr>
          <p:cNvPr id="19" name="Sol 18"/>
          <p:cNvSpPr/>
          <p:nvPr/>
        </p:nvSpPr>
        <p:spPr>
          <a:xfrm>
            <a:off x="658416" y="832786"/>
            <a:ext cx="914400" cy="9144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Sol 19"/>
          <p:cNvSpPr/>
          <p:nvPr/>
        </p:nvSpPr>
        <p:spPr>
          <a:xfrm>
            <a:off x="7638030" y="939043"/>
            <a:ext cx="914400" cy="9144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/>
          <p:cNvSpPr txBox="1"/>
          <p:nvPr/>
        </p:nvSpPr>
        <p:spPr>
          <a:xfrm>
            <a:off x="8095230" y="422108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S.J</a:t>
            </a:r>
            <a:endParaRPr lang="pt-PT" dirty="0"/>
          </a:p>
        </p:txBody>
      </p:sp>
      <p:sp>
        <p:nvSpPr>
          <p:cNvPr id="22" name="Forma livre 21"/>
          <p:cNvSpPr/>
          <p:nvPr/>
        </p:nvSpPr>
        <p:spPr>
          <a:xfrm>
            <a:off x="571038" y="5545394"/>
            <a:ext cx="1760699" cy="811161"/>
          </a:xfrm>
          <a:custGeom>
            <a:avLst/>
            <a:gdLst>
              <a:gd name="connsiteX0" fmla="*/ 358110 w 1760699"/>
              <a:gd name="connsiteY0" fmla="*/ 29496 h 811161"/>
              <a:gd name="connsiteX1" fmla="*/ 417104 w 1760699"/>
              <a:gd name="connsiteY1" fmla="*/ 176980 h 811161"/>
              <a:gd name="connsiteX2" fmla="*/ 446601 w 1760699"/>
              <a:gd name="connsiteY2" fmla="*/ 221225 h 811161"/>
              <a:gd name="connsiteX3" fmla="*/ 535091 w 1760699"/>
              <a:gd name="connsiteY3" fmla="*/ 250722 h 811161"/>
              <a:gd name="connsiteX4" fmla="*/ 638330 w 1760699"/>
              <a:gd name="connsiteY4" fmla="*/ 280219 h 811161"/>
              <a:gd name="connsiteX5" fmla="*/ 948046 w 1760699"/>
              <a:gd name="connsiteY5" fmla="*/ 265471 h 811161"/>
              <a:gd name="connsiteX6" fmla="*/ 874304 w 1760699"/>
              <a:gd name="connsiteY6" fmla="*/ 147483 h 811161"/>
              <a:gd name="connsiteX7" fmla="*/ 859556 w 1760699"/>
              <a:gd name="connsiteY7" fmla="*/ 103238 h 811161"/>
              <a:gd name="connsiteX8" fmla="*/ 800562 w 1760699"/>
              <a:gd name="connsiteY8" fmla="*/ 117987 h 811161"/>
              <a:gd name="connsiteX9" fmla="*/ 726820 w 1760699"/>
              <a:gd name="connsiteY9" fmla="*/ 147483 h 811161"/>
              <a:gd name="connsiteX10" fmla="*/ 653078 w 1760699"/>
              <a:gd name="connsiteY10" fmla="*/ 162232 h 811161"/>
              <a:gd name="connsiteX11" fmla="*/ 564588 w 1760699"/>
              <a:gd name="connsiteY11" fmla="*/ 191729 h 811161"/>
              <a:gd name="connsiteX12" fmla="*/ 520343 w 1760699"/>
              <a:gd name="connsiteY12" fmla="*/ 206477 h 811161"/>
              <a:gd name="connsiteX13" fmla="*/ 476097 w 1760699"/>
              <a:gd name="connsiteY13" fmla="*/ 235974 h 811161"/>
              <a:gd name="connsiteX14" fmla="*/ 372859 w 1760699"/>
              <a:gd name="connsiteY14" fmla="*/ 294967 h 811161"/>
              <a:gd name="connsiteX15" fmla="*/ 343362 w 1760699"/>
              <a:gd name="connsiteY15" fmla="*/ 339212 h 811161"/>
              <a:gd name="connsiteX16" fmla="*/ 240123 w 1760699"/>
              <a:gd name="connsiteY16" fmla="*/ 398206 h 811161"/>
              <a:gd name="connsiteX17" fmla="*/ 136885 w 1760699"/>
              <a:gd name="connsiteY17" fmla="*/ 368709 h 811161"/>
              <a:gd name="connsiteX18" fmla="*/ 48394 w 1760699"/>
              <a:gd name="connsiteY18" fmla="*/ 324464 h 811161"/>
              <a:gd name="connsiteX19" fmla="*/ 33646 w 1760699"/>
              <a:gd name="connsiteY19" fmla="*/ 235974 h 811161"/>
              <a:gd name="connsiteX20" fmla="*/ 92639 w 1760699"/>
              <a:gd name="connsiteY20" fmla="*/ 250722 h 811161"/>
              <a:gd name="connsiteX21" fmla="*/ 210627 w 1760699"/>
              <a:gd name="connsiteY21" fmla="*/ 294967 h 811161"/>
              <a:gd name="connsiteX22" fmla="*/ 254872 w 1760699"/>
              <a:gd name="connsiteY22" fmla="*/ 309716 h 811161"/>
              <a:gd name="connsiteX23" fmla="*/ 343362 w 1760699"/>
              <a:gd name="connsiteY23" fmla="*/ 368709 h 811161"/>
              <a:gd name="connsiteX24" fmla="*/ 402356 w 1760699"/>
              <a:gd name="connsiteY24" fmla="*/ 501445 h 811161"/>
              <a:gd name="connsiteX25" fmla="*/ 417104 w 1760699"/>
              <a:gd name="connsiteY25" fmla="*/ 545690 h 811161"/>
              <a:gd name="connsiteX26" fmla="*/ 431852 w 1760699"/>
              <a:gd name="connsiteY26" fmla="*/ 619432 h 811161"/>
              <a:gd name="connsiteX27" fmla="*/ 490846 w 1760699"/>
              <a:gd name="connsiteY27" fmla="*/ 707922 h 811161"/>
              <a:gd name="connsiteX28" fmla="*/ 579336 w 1760699"/>
              <a:gd name="connsiteY28" fmla="*/ 796412 h 811161"/>
              <a:gd name="connsiteX29" fmla="*/ 623581 w 1760699"/>
              <a:gd name="connsiteY29" fmla="*/ 811161 h 811161"/>
              <a:gd name="connsiteX30" fmla="*/ 653078 w 1760699"/>
              <a:gd name="connsiteY30" fmla="*/ 752167 h 811161"/>
              <a:gd name="connsiteX31" fmla="*/ 682575 w 1760699"/>
              <a:gd name="connsiteY31" fmla="*/ 648929 h 811161"/>
              <a:gd name="connsiteX32" fmla="*/ 697323 w 1760699"/>
              <a:gd name="connsiteY32" fmla="*/ 486696 h 811161"/>
              <a:gd name="connsiteX33" fmla="*/ 712072 w 1760699"/>
              <a:gd name="connsiteY33" fmla="*/ 368709 h 811161"/>
              <a:gd name="connsiteX34" fmla="*/ 726820 w 1760699"/>
              <a:gd name="connsiteY34" fmla="*/ 162232 h 811161"/>
              <a:gd name="connsiteX35" fmla="*/ 771065 w 1760699"/>
              <a:gd name="connsiteY35" fmla="*/ 14748 h 811161"/>
              <a:gd name="connsiteX36" fmla="*/ 815310 w 1760699"/>
              <a:gd name="connsiteY36" fmla="*/ 0 h 811161"/>
              <a:gd name="connsiteX37" fmla="*/ 992291 w 1760699"/>
              <a:gd name="connsiteY37" fmla="*/ 14748 h 811161"/>
              <a:gd name="connsiteX38" fmla="*/ 1036536 w 1760699"/>
              <a:gd name="connsiteY38" fmla="*/ 44245 h 811161"/>
              <a:gd name="connsiteX39" fmla="*/ 1139775 w 1760699"/>
              <a:gd name="connsiteY39" fmla="*/ 117987 h 811161"/>
              <a:gd name="connsiteX40" fmla="*/ 1169272 w 1760699"/>
              <a:gd name="connsiteY40" fmla="*/ 162232 h 811161"/>
              <a:gd name="connsiteX41" fmla="*/ 1154523 w 1760699"/>
              <a:gd name="connsiteY41" fmla="*/ 235974 h 811161"/>
              <a:gd name="connsiteX42" fmla="*/ 1139775 w 1760699"/>
              <a:gd name="connsiteY42" fmla="*/ 280219 h 811161"/>
              <a:gd name="connsiteX43" fmla="*/ 1051285 w 1760699"/>
              <a:gd name="connsiteY43" fmla="*/ 442451 h 811161"/>
              <a:gd name="connsiteX44" fmla="*/ 1036536 w 1760699"/>
              <a:gd name="connsiteY44" fmla="*/ 501445 h 811161"/>
              <a:gd name="connsiteX45" fmla="*/ 1021788 w 1760699"/>
              <a:gd name="connsiteY45" fmla="*/ 545690 h 811161"/>
              <a:gd name="connsiteX46" fmla="*/ 962794 w 1760699"/>
              <a:gd name="connsiteY46" fmla="*/ 530941 h 811161"/>
              <a:gd name="connsiteX47" fmla="*/ 800562 w 1760699"/>
              <a:gd name="connsiteY47" fmla="*/ 486696 h 811161"/>
              <a:gd name="connsiteX48" fmla="*/ 962794 w 1760699"/>
              <a:gd name="connsiteY48" fmla="*/ 560438 h 811161"/>
              <a:gd name="connsiteX49" fmla="*/ 977543 w 1760699"/>
              <a:gd name="connsiteY49" fmla="*/ 604683 h 811161"/>
              <a:gd name="connsiteX50" fmla="*/ 1036536 w 1760699"/>
              <a:gd name="connsiteY50" fmla="*/ 634180 h 811161"/>
              <a:gd name="connsiteX51" fmla="*/ 1169272 w 1760699"/>
              <a:gd name="connsiteY51" fmla="*/ 693174 h 811161"/>
              <a:gd name="connsiteX52" fmla="*/ 1213517 w 1760699"/>
              <a:gd name="connsiteY52" fmla="*/ 722671 h 811161"/>
              <a:gd name="connsiteX53" fmla="*/ 1316756 w 1760699"/>
              <a:gd name="connsiteY53" fmla="*/ 752167 h 811161"/>
              <a:gd name="connsiteX54" fmla="*/ 1361001 w 1760699"/>
              <a:gd name="connsiteY54" fmla="*/ 781664 h 811161"/>
              <a:gd name="connsiteX55" fmla="*/ 1493736 w 1760699"/>
              <a:gd name="connsiteY55" fmla="*/ 811161 h 811161"/>
              <a:gd name="connsiteX56" fmla="*/ 1655968 w 1760699"/>
              <a:gd name="connsiteY56" fmla="*/ 781664 h 811161"/>
              <a:gd name="connsiteX57" fmla="*/ 1714962 w 1760699"/>
              <a:gd name="connsiteY57" fmla="*/ 693174 h 811161"/>
              <a:gd name="connsiteX58" fmla="*/ 1729710 w 1760699"/>
              <a:gd name="connsiteY58" fmla="*/ 575187 h 811161"/>
              <a:gd name="connsiteX59" fmla="*/ 1759207 w 1760699"/>
              <a:gd name="connsiteY59" fmla="*/ 412954 h 811161"/>
              <a:gd name="connsiteX60" fmla="*/ 1759207 w 1760699"/>
              <a:gd name="connsiteY60" fmla="*/ 221225 h 811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760699" h="811161">
                <a:moveTo>
                  <a:pt x="358110" y="29496"/>
                </a:moveTo>
                <a:cubicBezTo>
                  <a:pt x="377997" y="148811"/>
                  <a:pt x="354015" y="88657"/>
                  <a:pt x="417104" y="176980"/>
                </a:cubicBezTo>
                <a:cubicBezTo>
                  <a:pt x="427407" y="191404"/>
                  <a:pt x="431570" y="211831"/>
                  <a:pt x="446601" y="221225"/>
                </a:cubicBezTo>
                <a:cubicBezTo>
                  <a:pt x="472967" y="237704"/>
                  <a:pt x="505594" y="240890"/>
                  <a:pt x="535091" y="250722"/>
                </a:cubicBezTo>
                <a:cubicBezTo>
                  <a:pt x="598571" y="271883"/>
                  <a:pt x="564246" y="261699"/>
                  <a:pt x="638330" y="280219"/>
                </a:cubicBezTo>
                <a:cubicBezTo>
                  <a:pt x="741569" y="275303"/>
                  <a:pt x="851063" y="301202"/>
                  <a:pt x="948046" y="265471"/>
                </a:cubicBezTo>
                <a:cubicBezTo>
                  <a:pt x="1027174" y="236319"/>
                  <a:pt x="879299" y="150813"/>
                  <a:pt x="874304" y="147483"/>
                </a:cubicBezTo>
                <a:cubicBezTo>
                  <a:pt x="869388" y="132735"/>
                  <a:pt x="873990" y="109012"/>
                  <a:pt x="859556" y="103238"/>
                </a:cubicBezTo>
                <a:cubicBezTo>
                  <a:pt x="840736" y="95710"/>
                  <a:pt x="819792" y="111577"/>
                  <a:pt x="800562" y="117987"/>
                </a:cubicBezTo>
                <a:cubicBezTo>
                  <a:pt x="775446" y="126359"/>
                  <a:pt x="752178" y="139876"/>
                  <a:pt x="726820" y="147483"/>
                </a:cubicBezTo>
                <a:cubicBezTo>
                  <a:pt x="702810" y="154686"/>
                  <a:pt x="677262" y="155636"/>
                  <a:pt x="653078" y="162232"/>
                </a:cubicBezTo>
                <a:cubicBezTo>
                  <a:pt x="623081" y="170413"/>
                  <a:pt x="594085" y="181897"/>
                  <a:pt x="564588" y="191729"/>
                </a:cubicBezTo>
                <a:lnTo>
                  <a:pt x="520343" y="206477"/>
                </a:lnTo>
                <a:cubicBezTo>
                  <a:pt x="505594" y="216309"/>
                  <a:pt x="491487" y="227180"/>
                  <a:pt x="476097" y="235974"/>
                </a:cubicBezTo>
                <a:cubicBezTo>
                  <a:pt x="345109" y="310825"/>
                  <a:pt x="480659" y="223102"/>
                  <a:pt x="372859" y="294967"/>
                </a:cubicBezTo>
                <a:cubicBezTo>
                  <a:pt x="363027" y="309715"/>
                  <a:pt x="355896" y="326678"/>
                  <a:pt x="343362" y="339212"/>
                </a:cubicBezTo>
                <a:cubicBezTo>
                  <a:pt x="298717" y="383857"/>
                  <a:pt x="290747" y="381332"/>
                  <a:pt x="240123" y="398206"/>
                </a:cubicBezTo>
                <a:cubicBezTo>
                  <a:pt x="221216" y="393479"/>
                  <a:pt x="158047" y="379290"/>
                  <a:pt x="136885" y="368709"/>
                </a:cubicBezTo>
                <a:cubicBezTo>
                  <a:pt x="22532" y="311532"/>
                  <a:pt x="159597" y="361531"/>
                  <a:pt x="48394" y="324464"/>
                </a:cubicBezTo>
                <a:cubicBezTo>
                  <a:pt x="33897" y="309967"/>
                  <a:pt x="-43353" y="261641"/>
                  <a:pt x="33646" y="235974"/>
                </a:cubicBezTo>
                <a:cubicBezTo>
                  <a:pt x="52875" y="229564"/>
                  <a:pt x="73149" y="245154"/>
                  <a:pt x="92639" y="250722"/>
                </a:cubicBezTo>
                <a:cubicBezTo>
                  <a:pt x="139495" y="264110"/>
                  <a:pt x="160775" y="276272"/>
                  <a:pt x="210627" y="294967"/>
                </a:cubicBezTo>
                <a:cubicBezTo>
                  <a:pt x="225183" y="300426"/>
                  <a:pt x="241282" y="302166"/>
                  <a:pt x="254872" y="309716"/>
                </a:cubicBezTo>
                <a:cubicBezTo>
                  <a:pt x="285861" y="326932"/>
                  <a:pt x="343362" y="368709"/>
                  <a:pt x="343362" y="368709"/>
                </a:cubicBezTo>
                <a:cubicBezTo>
                  <a:pt x="390106" y="438824"/>
                  <a:pt x="367254" y="396139"/>
                  <a:pt x="402356" y="501445"/>
                </a:cubicBezTo>
                <a:cubicBezTo>
                  <a:pt x="407272" y="516193"/>
                  <a:pt x="414055" y="530446"/>
                  <a:pt x="417104" y="545690"/>
                </a:cubicBezTo>
                <a:cubicBezTo>
                  <a:pt x="422020" y="570271"/>
                  <a:pt x="421479" y="596611"/>
                  <a:pt x="431852" y="619432"/>
                </a:cubicBezTo>
                <a:cubicBezTo>
                  <a:pt x="446522" y="651705"/>
                  <a:pt x="471181" y="678425"/>
                  <a:pt x="490846" y="707922"/>
                </a:cubicBezTo>
                <a:cubicBezTo>
                  <a:pt x="523830" y="757398"/>
                  <a:pt x="520235" y="762639"/>
                  <a:pt x="579336" y="796412"/>
                </a:cubicBezTo>
                <a:cubicBezTo>
                  <a:pt x="592834" y="804125"/>
                  <a:pt x="608833" y="806245"/>
                  <a:pt x="623581" y="811161"/>
                </a:cubicBezTo>
                <a:cubicBezTo>
                  <a:pt x="633413" y="791496"/>
                  <a:pt x="644417" y="772375"/>
                  <a:pt x="653078" y="752167"/>
                </a:cubicBezTo>
                <a:cubicBezTo>
                  <a:pt x="665775" y="722541"/>
                  <a:pt x="675089" y="678872"/>
                  <a:pt x="682575" y="648929"/>
                </a:cubicBezTo>
                <a:cubicBezTo>
                  <a:pt x="687491" y="594851"/>
                  <a:pt x="691639" y="540698"/>
                  <a:pt x="697323" y="486696"/>
                </a:cubicBezTo>
                <a:cubicBezTo>
                  <a:pt x="701472" y="447279"/>
                  <a:pt x="708484" y="408181"/>
                  <a:pt x="712072" y="368709"/>
                </a:cubicBezTo>
                <a:cubicBezTo>
                  <a:pt x="718319" y="299991"/>
                  <a:pt x="720278" y="230922"/>
                  <a:pt x="726820" y="162232"/>
                </a:cubicBezTo>
                <a:cubicBezTo>
                  <a:pt x="730945" y="118914"/>
                  <a:pt x="728980" y="48416"/>
                  <a:pt x="771065" y="14748"/>
                </a:cubicBezTo>
                <a:cubicBezTo>
                  <a:pt x="783204" y="5037"/>
                  <a:pt x="800562" y="4916"/>
                  <a:pt x="815310" y="0"/>
                </a:cubicBezTo>
                <a:cubicBezTo>
                  <a:pt x="874304" y="4916"/>
                  <a:pt x="934242" y="3138"/>
                  <a:pt x="992291" y="14748"/>
                </a:cubicBezTo>
                <a:cubicBezTo>
                  <a:pt x="1009672" y="18224"/>
                  <a:pt x="1022112" y="33942"/>
                  <a:pt x="1036536" y="44245"/>
                </a:cubicBezTo>
                <a:cubicBezTo>
                  <a:pt x="1164590" y="135712"/>
                  <a:pt x="1035503" y="48472"/>
                  <a:pt x="1139775" y="117987"/>
                </a:cubicBezTo>
                <a:cubicBezTo>
                  <a:pt x="1149607" y="132735"/>
                  <a:pt x="1167073" y="144644"/>
                  <a:pt x="1169272" y="162232"/>
                </a:cubicBezTo>
                <a:cubicBezTo>
                  <a:pt x="1172381" y="187106"/>
                  <a:pt x="1160603" y="211655"/>
                  <a:pt x="1154523" y="235974"/>
                </a:cubicBezTo>
                <a:cubicBezTo>
                  <a:pt x="1150752" y="251056"/>
                  <a:pt x="1146208" y="266066"/>
                  <a:pt x="1139775" y="280219"/>
                </a:cubicBezTo>
                <a:cubicBezTo>
                  <a:pt x="1091976" y="385376"/>
                  <a:pt x="1097463" y="373182"/>
                  <a:pt x="1051285" y="442451"/>
                </a:cubicBezTo>
                <a:cubicBezTo>
                  <a:pt x="1046369" y="462116"/>
                  <a:pt x="1042105" y="481955"/>
                  <a:pt x="1036536" y="501445"/>
                </a:cubicBezTo>
                <a:cubicBezTo>
                  <a:pt x="1032265" y="516393"/>
                  <a:pt x="1036222" y="539916"/>
                  <a:pt x="1021788" y="545690"/>
                </a:cubicBezTo>
                <a:cubicBezTo>
                  <a:pt x="1002968" y="553218"/>
                  <a:pt x="982459" y="535857"/>
                  <a:pt x="962794" y="530941"/>
                </a:cubicBezTo>
                <a:cubicBezTo>
                  <a:pt x="853447" y="458043"/>
                  <a:pt x="909066" y="464996"/>
                  <a:pt x="800562" y="486696"/>
                </a:cubicBezTo>
                <a:cubicBezTo>
                  <a:pt x="932454" y="552642"/>
                  <a:pt x="876834" y="531785"/>
                  <a:pt x="962794" y="560438"/>
                </a:cubicBezTo>
                <a:cubicBezTo>
                  <a:pt x="967710" y="575186"/>
                  <a:pt x="966550" y="593690"/>
                  <a:pt x="977543" y="604683"/>
                </a:cubicBezTo>
                <a:cubicBezTo>
                  <a:pt x="993089" y="620229"/>
                  <a:pt x="1017447" y="623272"/>
                  <a:pt x="1036536" y="634180"/>
                </a:cubicBezTo>
                <a:cubicBezTo>
                  <a:pt x="1134696" y="690273"/>
                  <a:pt x="1014771" y="641674"/>
                  <a:pt x="1169272" y="693174"/>
                </a:cubicBezTo>
                <a:cubicBezTo>
                  <a:pt x="1184020" y="703006"/>
                  <a:pt x="1197663" y="714744"/>
                  <a:pt x="1213517" y="722671"/>
                </a:cubicBezTo>
                <a:cubicBezTo>
                  <a:pt x="1234675" y="733250"/>
                  <a:pt x="1297855" y="747442"/>
                  <a:pt x="1316756" y="752167"/>
                </a:cubicBezTo>
                <a:cubicBezTo>
                  <a:pt x="1331504" y="761999"/>
                  <a:pt x="1344709" y="774682"/>
                  <a:pt x="1361001" y="781664"/>
                </a:cubicBezTo>
                <a:cubicBezTo>
                  <a:pt x="1379222" y="789473"/>
                  <a:pt x="1480617" y="808537"/>
                  <a:pt x="1493736" y="811161"/>
                </a:cubicBezTo>
                <a:cubicBezTo>
                  <a:pt x="1547813" y="801329"/>
                  <a:pt x="1607470" y="807529"/>
                  <a:pt x="1655968" y="781664"/>
                </a:cubicBezTo>
                <a:cubicBezTo>
                  <a:pt x="1687248" y="764981"/>
                  <a:pt x="1714962" y="693174"/>
                  <a:pt x="1714962" y="693174"/>
                </a:cubicBezTo>
                <a:cubicBezTo>
                  <a:pt x="1719878" y="653845"/>
                  <a:pt x="1723683" y="614361"/>
                  <a:pt x="1729710" y="575187"/>
                </a:cubicBezTo>
                <a:cubicBezTo>
                  <a:pt x="1736348" y="532040"/>
                  <a:pt x="1757010" y="454693"/>
                  <a:pt x="1759207" y="412954"/>
                </a:cubicBezTo>
                <a:cubicBezTo>
                  <a:pt x="1762566" y="349133"/>
                  <a:pt x="1759207" y="285135"/>
                  <a:pt x="1759207" y="22122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/>
          <p:cNvSpPr txBox="1"/>
          <p:nvPr/>
        </p:nvSpPr>
        <p:spPr>
          <a:xfrm>
            <a:off x="8332635" y="635655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454395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  <p:bldP spid="16" grpId="0"/>
      <p:bldP spid="19" grpId="0" animBg="1"/>
      <p:bldP spid="20" grpId="0" animBg="1"/>
      <p:bldP spid="21" grpId="0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835696" y="603393"/>
            <a:ext cx="3459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err="1" smtClean="0">
                <a:latin typeface="Algerian" panose="04020705040A02060702" pitchFamily="82" charset="0"/>
              </a:rPr>
              <a:t>I</a:t>
            </a:r>
            <a:r>
              <a:rPr lang="pt-BR" sz="2800" b="1" dirty="0" err="1" smtClean="0"/>
              <a:t>ndice:computad</a:t>
            </a:r>
            <a:r>
              <a:rPr lang="pt-BR" b="1" dirty="0" err="1" smtClean="0"/>
              <a:t>or</a:t>
            </a:r>
            <a:endParaRPr lang="pt-PT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2123728" y="1583675"/>
            <a:ext cx="3869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Marcas de computadores:Várias</a:t>
            </a:r>
            <a:endParaRPr lang="pt-PT" dirty="0"/>
          </a:p>
        </p:txBody>
      </p:sp>
      <p:sp>
        <p:nvSpPr>
          <p:cNvPr id="6" name="CaixaDeTexto 5"/>
          <p:cNvSpPr txBox="1"/>
          <p:nvPr/>
        </p:nvSpPr>
        <p:spPr>
          <a:xfrm>
            <a:off x="8388424" y="65253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</a:t>
            </a:r>
            <a:endParaRPr lang="pt-PT" dirty="0"/>
          </a:p>
        </p:txBody>
      </p:sp>
      <p:sp>
        <p:nvSpPr>
          <p:cNvPr id="7" name="CaixaDeTexto 6"/>
          <p:cNvSpPr txBox="1"/>
          <p:nvPr/>
        </p:nvSpPr>
        <p:spPr>
          <a:xfrm>
            <a:off x="1979712" y="2616587"/>
            <a:ext cx="4121641" cy="46166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pt-BR" sz="2400" b="1" dirty="0" smtClean="0"/>
              <a:t>Vamos ver  na introdução</a:t>
            </a:r>
            <a:r>
              <a:rPr lang="pt-BR" dirty="0" smtClean="0"/>
              <a:t>;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073389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11560" y="963527"/>
            <a:ext cx="80570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O computador</a:t>
            </a:r>
            <a:r>
              <a:rPr lang="pt-BR" dirty="0" smtClean="0"/>
              <a:t>-é uma máquina que foi feita para axiliar várias tarefas.</a:t>
            </a:r>
          </a:p>
          <a:p>
            <a:r>
              <a:rPr lang="pt-BR" dirty="0" smtClean="0"/>
              <a:t>Ou seja,é um aparelho que </a:t>
            </a:r>
            <a:r>
              <a:rPr lang="pt-BR" dirty="0" smtClean="0">
                <a:latin typeface="Arial Narrow" pitchFamily="34" charset="0"/>
              </a:rPr>
              <a:t>nos</a:t>
            </a:r>
            <a:r>
              <a:rPr lang="pt-BR" dirty="0" smtClean="0"/>
              <a:t> ajuda em várias activiadades.</a:t>
            </a:r>
          </a:p>
          <a:p>
            <a:endParaRPr lang="pt-PT" dirty="0"/>
          </a:p>
        </p:txBody>
      </p:sp>
      <p:sp>
        <p:nvSpPr>
          <p:cNvPr id="6" name="CaixaDeTexto 5"/>
          <p:cNvSpPr txBox="1"/>
          <p:nvPr/>
        </p:nvSpPr>
        <p:spPr>
          <a:xfrm>
            <a:off x="8668574" y="65253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</a:t>
            </a:r>
            <a:endParaRPr lang="pt-PT" dirty="0"/>
          </a:p>
        </p:txBody>
      </p:sp>
      <p:sp>
        <p:nvSpPr>
          <p:cNvPr id="7" name="CaixaDeTexto 6"/>
          <p:cNvSpPr txBox="1"/>
          <p:nvPr/>
        </p:nvSpPr>
        <p:spPr>
          <a:xfrm>
            <a:off x="1907704" y="548680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smtClean="0"/>
              <a:t>Introdução</a:t>
            </a:r>
            <a:r>
              <a:rPr lang="pt-BR" dirty="0" smtClean="0"/>
              <a:t>:</a:t>
            </a:r>
            <a:endParaRPr lang="pt-PT" dirty="0"/>
          </a:p>
        </p:txBody>
      </p:sp>
      <p:sp>
        <p:nvSpPr>
          <p:cNvPr id="8" name="CaixaDeTexto 7"/>
          <p:cNvSpPr txBox="1"/>
          <p:nvPr/>
        </p:nvSpPr>
        <p:spPr>
          <a:xfrm>
            <a:off x="3525455" y="3212976"/>
            <a:ext cx="4378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Temos marcas como : HP/LG </a:t>
            </a:r>
            <a:r>
              <a:rPr lang="pt-BR" dirty="0" smtClean="0"/>
              <a:t>e outros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172246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899592" y="692696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Desenvolvimento:</a:t>
            </a:r>
            <a:endParaRPr lang="pt-PT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899592" y="1412776"/>
            <a:ext cx="7805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Sabemos que o computador é um aparelho.e ela está dividida em </a:t>
            </a:r>
          </a:p>
          <a:p>
            <a:r>
              <a:rPr lang="pt-BR" dirty="0" smtClean="0"/>
              <a:t>Duas partes que são:</a:t>
            </a:r>
          </a:p>
          <a:p>
            <a:r>
              <a:rPr lang="pt-BR" dirty="0" smtClean="0"/>
              <a:t>Softwer e wardwer.ou também o powerpoint</a:t>
            </a:r>
            <a:endParaRPr lang="pt-PT" dirty="0"/>
          </a:p>
        </p:txBody>
      </p:sp>
      <p:sp>
        <p:nvSpPr>
          <p:cNvPr id="6" name="CaixaDeTexto 5"/>
          <p:cNvSpPr txBox="1"/>
          <p:nvPr/>
        </p:nvSpPr>
        <p:spPr>
          <a:xfrm>
            <a:off x="1043608" y="2780928"/>
            <a:ext cx="483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Softwer </a:t>
            </a:r>
            <a:r>
              <a:rPr lang="pt-BR" dirty="0" smtClean="0"/>
              <a:t>-é a parte lógica do computador.</a:t>
            </a:r>
            <a:endParaRPr lang="pt-PT" dirty="0"/>
          </a:p>
        </p:txBody>
      </p:sp>
      <p:sp>
        <p:nvSpPr>
          <p:cNvPr id="7" name="CaixaDeTexto 6"/>
          <p:cNvSpPr txBox="1"/>
          <p:nvPr/>
        </p:nvSpPr>
        <p:spPr>
          <a:xfrm>
            <a:off x="1043608" y="2492896"/>
            <a:ext cx="494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Wardwer</a:t>
            </a:r>
            <a:r>
              <a:rPr lang="pt-BR" dirty="0" smtClean="0"/>
              <a:t>-´e a parte física do computador.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259632" y="3573016"/>
            <a:ext cx="5777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Softwer ex:o rato,teclado,Gabinete o munitor etc.</a:t>
            </a:r>
            <a:endParaRPr lang="pt-PT" dirty="0"/>
          </a:p>
        </p:txBody>
      </p:sp>
      <p:sp>
        <p:nvSpPr>
          <p:cNvPr id="9" name="CaixaDeTexto 8"/>
          <p:cNvSpPr txBox="1"/>
          <p:nvPr/>
        </p:nvSpPr>
        <p:spPr>
          <a:xfrm>
            <a:off x="1259632" y="4365104"/>
            <a:ext cx="544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Wordwer ex:aplicativos ,fecebook Watsap etc.</a:t>
            </a:r>
            <a:endParaRPr lang="pt-PT" dirty="0"/>
          </a:p>
        </p:txBody>
      </p:sp>
      <p:sp>
        <p:nvSpPr>
          <p:cNvPr id="10" name="CaixaDeTexto 9"/>
          <p:cNvSpPr txBox="1"/>
          <p:nvPr/>
        </p:nvSpPr>
        <p:spPr>
          <a:xfrm>
            <a:off x="8704934" y="64533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5</a:t>
            </a:r>
            <a:endParaRPr lang="pt-PT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1259632" y="5085184"/>
            <a:ext cx="6655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O computador veio para ajudar o processamento do ser </a:t>
            </a:r>
          </a:p>
          <a:p>
            <a:r>
              <a:rPr lang="pt-BR" dirty="0" smtClean="0"/>
              <a:t>Humano nas actividades Laborais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9274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71600" y="62068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Conclusão</a:t>
            </a:r>
            <a:endParaRPr lang="pt-PT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971600" y="1340768"/>
            <a:ext cx="80538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 principio,vimos que o computador é um aparelho que ajuda </a:t>
            </a:r>
          </a:p>
          <a:p>
            <a:r>
              <a:rPr lang="pt-BR" dirty="0" smtClean="0"/>
              <a:t>Várias tarefas dos homens.neste caso,com ele elaboramos várias </a:t>
            </a:r>
          </a:p>
          <a:p>
            <a:r>
              <a:rPr lang="pt-BR" dirty="0" smtClean="0"/>
              <a:t>actividades,nos dá mais conhecimento .</a:t>
            </a:r>
          </a:p>
          <a:p>
            <a:r>
              <a:rPr lang="pt-BR" dirty="0" smtClean="0"/>
              <a:t> O computador nos mostra duas divisóes:Softwer e waedwer,como </a:t>
            </a:r>
          </a:p>
          <a:p>
            <a:r>
              <a:rPr lang="pt-BR" dirty="0" smtClean="0"/>
              <a:t>Também nos mostra o powepoint para a criação de convites e outros</a:t>
            </a:r>
            <a:endParaRPr lang="pt-PT" dirty="0"/>
          </a:p>
        </p:txBody>
      </p:sp>
      <p:sp>
        <p:nvSpPr>
          <p:cNvPr id="6" name="CaixaDeTexto 5"/>
          <p:cNvSpPr txBox="1"/>
          <p:nvPr/>
        </p:nvSpPr>
        <p:spPr>
          <a:xfrm>
            <a:off x="1043608" y="3429000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Concluimos que sem compuutador,difícilmente consguir document</a:t>
            </a:r>
          </a:p>
          <a:p>
            <a:r>
              <a:rPr lang="pt-BR" dirty="0" smtClean="0"/>
              <a:t>Os informatizados.Apartir do computador,visualizamos,temos a inter</a:t>
            </a:r>
          </a:p>
          <a:p>
            <a:r>
              <a:rPr lang="pt-BR" dirty="0" smtClean="0"/>
              <a:t>E outras actividades favoráveis.</a:t>
            </a:r>
            <a:endParaRPr lang="pt-PT" dirty="0"/>
          </a:p>
        </p:txBody>
      </p:sp>
      <p:sp>
        <p:nvSpPr>
          <p:cNvPr id="7" name="CaixaDeTexto 6"/>
          <p:cNvSpPr txBox="1"/>
          <p:nvPr/>
        </p:nvSpPr>
        <p:spPr>
          <a:xfrm>
            <a:off x="1547664" y="5013176"/>
            <a:ext cx="6750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Obrigado:tenho de molhor modo aproveitar,apender sua </a:t>
            </a:r>
          </a:p>
          <a:p>
            <a:r>
              <a:rPr lang="pt-BR" dirty="0" smtClean="0"/>
              <a:t>Capacidade e conhecimento.</a:t>
            </a:r>
            <a:endParaRPr lang="pt-PT" dirty="0"/>
          </a:p>
        </p:txBody>
      </p:sp>
      <p:sp>
        <p:nvSpPr>
          <p:cNvPr id="8" name="CaixaDeTexto 7"/>
          <p:cNvSpPr txBox="1"/>
          <p:nvPr/>
        </p:nvSpPr>
        <p:spPr>
          <a:xfrm>
            <a:off x="8298230" y="64533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6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218386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4" grpId="1" build="allAtOnce"/>
      <p:bldP spid="4" grpId="2" build="allAtOnce"/>
      <p:bldP spid="5" grpId="0" uiExpand="1" build="allAtOnce"/>
      <p:bldP spid="5" grpId="1" build="allAtOnce"/>
      <p:bldP spid="5" grpId="2" build="allAtOnce"/>
      <p:bldP spid="6" grpId="0" build="allAtOnce"/>
      <p:bldP spid="6" grpId="1" build="allAtOnce"/>
      <p:bldP spid="6" grpId="2" build="allAtOnce"/>
      <p:bldP spid="7" grpId="0" uiExpand="1" build="allAtOnce"/>
      <p:bldP spid="7" grpId="1" build="allAtOnce"/>
      <p:bldP spid="7" grpId="2" build="allAtOnce"/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ticário">
  <a:themeElements>
    <a:clrScheme name="Boticário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Boticário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oticári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135</TotalTime>
  <Words>219</Words>
  <Application>Microsoft Office PowerPoint</Application>
  <PresentationFormat>Apresentação na tela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Algerian</vt:lpstr>
      <vt:lpstr>Arial</vt:lpstr>
      <vt:lpstr>Arial Narrow</vt:lpstr>
      <vt:lpstr>Book Antiqua</vt:lpstr>
      <vt:lpstr>Century Gothic</vt:lpstr>
      <vt:lpstr>Boticário</vt:lpstr>
      <vt:lpstr>PARA O MEU FORMADOR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DANIELA LOPES</dc:creator>
  <cp:lastModifiedBy>admin 7</cp:lastModifiedBy>
  <cp:revision>19</cp:revision>
  <dcterms:created xsi:type="dcterms:W3CDTF">2025-12-12T05:46:32Z</dcterms:created>
  <dcterms:modified xsi:type="dcterms:W3CDTF">2025-12-15T01:42:15Z</dcterms:modified>
</cp:coreProperties>
</file>